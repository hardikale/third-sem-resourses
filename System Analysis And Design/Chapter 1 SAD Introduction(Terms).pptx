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58"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System Analysis and Design</a:t>
            </a:r>
            <a:endParaRPr lang="en-US" dirty="0"/>
          </a:p>
        </p:txBody>
      </p:sp>
      <p:sp>
        <p:nvSpPr>
          <p:cNvPr id="3" name="Subtitle 2"/>
          <p:cNvSpPr>
            <a:spLocks noGrp="1"/>
          </p:cNvSpPr>
          <p:nvPr>
            <p:ph type="subTitle" idx="1"/>
          </p:nvPr>
        </p:nvSpPr>
        <p:spPr/>
        <p:txBody>
          <a:bodyPr/>
          <a:lstStyle/>
          <a:p>
            <a:r>
              <a:rPr lang="en-US" dirty="0" err="1" smtClean="0"/>
              <a:t>Shaurav</a:t>
            </a:r>
            <a:r>
              <a:rPr lang="en-US" dirty="0" smtClean="0"/>
              <a:t> </a:t>
            </a:r>
            <a:r>
              <a:rPr lang="en-US" dirty="0" err="1" smtClean="0"/>
              <a:t>Lamsal</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Terminologies</a:t>
            </a:r>
            <a:endParaRPr lang="en-US" dirty="0"/>
          </a:p>
        </p:txBody>
      </p:sp>
      <p:sp>
        <p:nvSpPr>
          <p:cNvPr id="3" name="Content Placeholder 2"/>
          <p:cNvSpPr>
            <a:spLocks noGrp="1"/>
          </p:cNvSpPr>
          <p:nvPr>
            <p:ph idx="1"/>
          </p:nvPr>
        </p:nvSpPr>
        <p:spPr/>
        <p:txBody>
          <a:bodyPr/>
          <a:lstStyle/>
          <a:p>
            <a:pPr algn="just"/>
            <a:r>
              <a:rPr lang="en-US" dirty="0" smtClean="0"/>
              <a:t>System</a:t>
            </a:r>
          </a:p>
          <a:p>
            <a:pPr lvl="1" algn="just"/>
            <a:r>
              <a:rPr lang="en-US" dirty="0" smtClean="0"/>
              <a:t>A set of things working together as parts of a mechanism or an interconnecting network: a complex whole</a:t>
            </a:r>
          </a:p>
          <a:p>
            <a:pPr lvl="1" algn="just"/>
            <a:r>
              <a:rPr lang="en-US" dirty="0" smtClean="0"/>
              <a:t>Interrelated set of business procedure (or component) used within one business unit, working together for some </a:t>
            </a:r>
            <a:r>
              <a:rPr lang="en-US" dirty="0" err="1" smtClean="0"/>
              <a:t>pupose</a:t>
            </a:r>
            <a:endParaRPr lang="en-US" dirty="0" smtClean="0"/>
          </a:p>
          <a:p>
            <a:pPr algn="just">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Terminologies</a:t>
            </a:r>
            <a:endParaRPr lang="en-US" dirty="0"/>
          </a:p>
        </p:txBody>
      </p:sp>
      <p:sp>
        <p:nvSpPr>
          <p:cNvPr id="3" name="Content Placeholder 2"/>
          <p:cNvSpPr>
            <a:spLocks noGrp="1"/>
          </p:cNvSpPr>
          <p:nvPr>
            <p:ph idx="1"/>
          </p:nvPr>
        </p:nvSpPr>
        <p:spPr/>
        <p:txBody>
          <a:bodyPr/>
          <a:lstStyle/>
          <a:p>
            <a:pPr algn="just"/>
            <a:r>
              <a:rPr lang="en-US" dirty="0" smtClean="0"/>
              <a:t>Computer system</a:t>
            </a:r>
          </a:p>
          <a:p>
            <a:pPr lvl="1" algn="just"/>
            <a:r>
              <a:rPr lang="en-US" dirty="0" smtClean="0"/>
              <a:t>Programmable electronic device that can accept input, store data and retrieve, process and output information</a:t>
            </a:r>
          </a:p>
          <a:p>
            <a:pPr algn="just"/>
            <a:r>
              <a:rPr lang="en-US" dirty="0" smtClean="0"/>
              <a:t>Analysis</a:t>
            </a:r>
          </a:p>
          <a:p>
            <a:pPr lvl="1" algn="just"/>
            <a:r>
              <a:rPr lang="en-US" dirty="0" smtClean="0"/>
              <a:t>Detailed examination of the elements or structure or something</a:t>
            </a:r>
          </a:p>
          <a:p>
            <a:pPr lvl="1" algn="just">
              <a:buNone/>
            </a:pPr>
            <a:endParaRPr lang="en-US"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Terminologies</a:t>
            </a:r>
            <a:endParaRPr lang="en-US" dirty="0"/>
          </a:p>
        </p:txBody>
      </p:sp>
      <p:sp>
        <p:nvSpPr>
          <p:cNvPr id="3" name="Content Placeholder 2"/>
          <p:cNvSpPr>
            <a:spLocks noGrp="1"/>
          </p:cNvSpPr>
          <p:nvPr>
            <p:ph idx="1"/>
          </p:nvPr>
        </p:nvSpPr>
        <p:spPr/>
        <p:txBody>
          <a:bodyPr/>
          <a:lstStyle/>
          <a:p>
            <a:pPr algn="just"/>
            <a:r>
              <a:rPr lang="en-US" dirty="0" smtClean="0"/>
              <a:t>System Analysis</a:t>
            </a:r>
          </a:p>
          <a:p>
            <a:pPr lvl="1" algn="just"/>
            <a:r>
              <a:rPr lang="en-US" dirty="0" smtClean="0"/>
              <a:t>Is a problem solving technique that decomposes a system into its component pieces for the purpose of studying how well those component part work and interact to accomplish their purpose</a:t>
            </a:r>
          </a:p>
          <a:p>
            <a:pPr algn="just"/>
            <a:r>
              <a:rPr lang="en-US" dirty="0" smtClean="0"/>
              <a:t>Design (shaping of ideas)</a:t>
            </a:r>
          </a:p>
          <a:p>
            <a:pPr lvl="1" algn="just"/>
            <a:r>
              <a:rPr lang="en-US" dirty="0" smtClean="0"/>
              <a:t>A plan or drawing produced to show the look and functions or working of something</a:t>
            </a:r>
          </a:p>
          <a:p>
            <a:pPr lvl="1" algn="just"/>
            <a:endParaRPr lang="en-US" dirty="0" smtClean="0"/>
          </a:p>
          <a:p>
            <a:pPr lvl="1" algn="just">
              <a:buNone/>
            </a:pPr>
            <a:endParaRPr lang="en-US"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Terminologies</a:t>
            </a:r>
            <a:endParaRPr lang="en-US" dirty="0"/>
          </a:p>
        </p:txBody>
      </p:sp>
      <p:sp>
        <p:nvSpPr>
          <p:cNvPr id="3" name="Content Placeholder 2"/>
          <p:cNvSpPr>
            <a:spLocks noGrp="1"/>
          </p:cNvSpPr>
          <p:nvPr>
            <p:ph idx="1"/>
          </p:nvPr>
        </p:nvSpPr>
        <p:spPr/>
        <p:txBody>
          <a:bodyPr/>
          <a:lstStyle/>
          <a:p>
            <a:pPr algn="just"/>
            <a:r>
              <a:rPr lang="en-US" dirty="0" smtClean="0"/>
              <a:t>System design </a:t>
            </a:r>
          </a:p>
          <a:p>
            <a:pPr lvl="1" algn="just"/>
            <a:r>
              <a:rPr lang="en-US" dirty="0" smtClean="0"/>
              <a:t>Is a complementary problem solving technique (to system analysis) that reassembles a system’s component pieces back into complete system, hopefully an improved system. This may involves adding, deleting and changing pieces relative to the original system</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US" dirty="0" smtClean="0"/>
              <a:t>Terminologies</a:t>
            </a:r>
            <a:endParaRPr lang="en-US" dirty="0"/>
          </a:p>
        </p:txBody>
      </p:sp>
      <p:sp>
        <p:nvSpPr>
          <p:cNvPr id="3" name="Content Placeholder 2"/>
          <p:cNvSpPr>
            <a:spLocks noGrp="1"/>
          </p:cNvSpPr>
          <p:nvPr>
            <p:ph idx="1"/>
          </p:nvPr>
        </p:nvSpPr>
        <p:spPr/>
        <p:txBody>
          <a:bodyPr/>
          <a:lstStyle/>
          <a:p>
            <a:pPr algn="just"/>
            <a:r>
              <a:rPr lang="en-US" dirty="0" smtClean="0"/>
              <a:t>Modeling 	</a:t>
            </a:r>
          </a:p>
          <a:p>
            <a:pPr lvl="1" algn="just"/>
            <a:r>
              <a:rPr lang="en-US" dirty="0" smtClean="0"/>
              <a:t>Is the act of drawing one or more graphical representations of a systems</a:t>
            </a:r>
          </a:p>
          <a:p>
            <a:pPr algn="just"/>
            <a:r>
              <a:rPr lang="en-US" dirty="0" smtClean="0"/>
              <a:t>Model driven development</a:t>
            </a:r>
          </a:p>
          <a:p>
            <a:pPr lvl="1" algn="just"/>
            <a:r>
              <a:rPr lang="en-US" dirty="0" smtClean="0"/>
              <a:t>Technique emphasize the drawing of models to help visualize and analyze problems, define business requirement and design information 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Information system analysis and design</a:t>
            </a:r>
          </a:p>
          <a:p>
            <a:pPr lvl="1" algn="just"/>
            <a:r>
              <a:rPr lang="en-US" dirty="0" smtClean="0"/>
              <a:t>The complex organizational process whereby computer based information system development and maintained</a:t>
            </a:r>
          </a:p>
          <a:p>
            <a:pPr lvl="1" algn="just">
              <a:buNone/>
            </a:pPr>
            <a:r>
              <a:rPr lang="en-US" dirty="0" smtClean="0"/>
              <a:t>Although advances in information technology continually gives us new capabilities, the analysis and design of information system is driven from an organizational perspective</a:t>
            </a:r>
          </a:p>
          <a:p>
            <a:pPr lvl="1" algn="just">
              <a:buNone/>
            </a:pPr>
            <a:r>
              <a:rPr lang="en-US" dirty="0" smtClean="0"/>
              <a:t>ISAD is therefore an organizational improvement process</a:t>
            </a:r>
            <a:endParaRPr lang="en-US"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System are built and rebuilt for organizational benefits (adding value during the process of creating, producing and supporting the organization’s products and services. This the analysis and design of IS </a:t>
            </a:r>
            <a:r>
              <a:rPr lang="en-US" dirty="0" err="1" smtClean="0"/>
              <a:t>is</a:t>
            </a:r>
            <a:r>
              <a:rPr lang="en-US" dirty="0" smtClean="0"/>
              <a:t> based on your understanding of the organization’s objectives, structure and processes, as well as your knowledge of how to exploit IT for advantage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smtClean="0"/>
              <a:t>Application software</a:t>
            </a:r>
          </a:p>
          <a:p>
            <a:pPr lvl="1" algn="just"/>
            <a:r>
              <a:rPr lang="en-US" dirty="0" smtClean="0"/>
              <a:t>Computer software designed to support organizational functions and process such as inventory mgmt system and so on</a:t>
            </a:r>
          </a:p>
          <a:p>
            <a:pPr lvl="1" algn="just"/>
            <a:r>
              <a:rPr lang="en-US" dirty="0" smtClean="0"/>
              <a:t>In addition to Application Software the total information systems including the hardware and system software on which to application software runs</a:t>
            </a:r>
          </a:p>
          <a:p>
            <a:pPr lvl="1" algn="just"/>
            <a:r>
              <a:rPr lang="en-US" dirty="0" smtClean="0"/>
              <a:t>Documentation and training materials, the overall system, controls and the people who use the software along with their work methods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System analyst</a:t>
            </a:r>
          </a:p>
          <a:p>
            <a:pPr lvl="1" algn="just"/>
            <a:r>
              <a:rPr lang="en-US" dirty="0" smtClean="0"/>
              <a:t>The organizational role most responsible for the analysis and design of information system</a:t>
            </a:r>
          </a:p>
          <a:p>
            <a:pPr lvl="1" algn="just"/>
            <a:r>
              <a:rPr lang="en-US" dirty="0" smtClean="0"/>
              <a:t>The  primary role of a systems analyst is to study the problems and needs of an organization in order to determine how people, methods and information technology can best be combined to bring about improvements in the organization</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endParaRPr lang="en-US"/>
          </a:p>
        </p:txBody>
      </p:sp>
      <p:sp>
        <p:nvSpPr>
          <p:cNvPr id="3" name="Content Placeholder 2"/>
          <p:cNvSpPr>
            <a:spLocks noGrp="1"/>
          </p:cNvSpPr>
          <p:nvPr>
            <p:ph idx="1"/>
          </p:nvPr>
        </p:nvSpPr>
        <p:spPr/>
        <p:txBody>
          <a:bodyPr/>
          <a:lstStyle/>
          <a:p>
            <a:pPr algn="just"/>
            <a:r>
              <a:rPr lang="en-US" dirty="0" smtClean="0"/>
              <a:t>A system analyst helps system users and other business managers define their requirements for new or enhanced information services. As such, a system analyst is an agent of change and innovation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Methodologies</a:t>
            </a:r>
          </a:p>
          <a:p>
            <a:pPr lvl="1" algn="just"/>
            <a:r>
              <a:rPr lang="en-US" dirty="0" smtClean="0"/>
              <a:t>Are comprehensive multiple step approaches to system development that will guide your work and influence the quality of your final product – the IS</a:t>
            </a:r>
          </a:p>
          <a:p>
            <a:pPr lvl="1" algn="just"/>
            <a:r>
              <a:rPr lang="en-US" dirty="0" smtClean="0"/>
              <a:t>A methodologies adopted by an organization will be consistent with its general management style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smtClean="0"/>
              <a:t>Techniques</a:t>
            </a:r>
          </a:p>
          <a:p>
            <a:pPr lvl="1" algn="just"/>
            <a:r>
              <a:rPr lang="en-US" dirty="0" smtClean="0"/>
              <a:t>Techniques are particular processes that you, as an analyst, will follow to </a:t>
            </a:r>
            <a:r>
              <a:rPr lang="en-US" dirty="0" smtClean="0"/>
              <a:t>help ensure </a:t>
            </a:r>
            <a:r>
              <a:rPr lang="en-US" dirty="0" smtClean="0"/>
              <a:t>that your work is well thought out, complete, and comprehensible to </a:t>
            </a:r>
            <a:r>
              <a:rPr lang="en-US" dirty="0" smtClean="0"/>
              <a:t>others on </a:t>
            </a:r>
            <a:r>
              <a:rPr lang="en-US" dirty="0" smtClean="0"/>
              <a:t>your project team. </a:t>
            </a:r>
            <a:endParaRPr lang="en-US" dirty="0" smtClean="0"/>
          </a:p>
          <a:p>
            <a:pPr lvl="1" algn="just"/>
            <a:r>
              <a:rPr lang="en-US" dirty="0" smtClean="0"/>
              <a:t>Techniques </a:t>
            </a:r>
            <a:r>
              <a:rPr lang="en-US" dirty="0" smtClean="0"/>
              <a:t>provide support for a wide range of tasks, </a:t>
            </a:r>
            <a:r>
              <a:rPr lang="en-US" dirty="0" smtClean="0"/>
              <a:t>including conducting </a:t>
            </a:r>
            <a:r>
              <a:rPr lang="en-US" dirty="0" smtClean="0"/>
              <a:t>thorough interviews to determine what your system should do, </a:t>
            </a:r>
            <a:r>
              <a:rPr lang="en-US" dirty="0" smtClean="0"/>
              <a:t>planning and </a:t>
            </a:r>
            <a:r>
              <a:rPr lang="en-US" dirty="0" smtClean="0"/>
              <a:t>managing the activities in a systems development project, diagramming </a:t>
            </a:r>
            <a:r>
              <a:rPr lang="en-US" dirty="0" smtClean="0"/>
              <a:t>the system’s </a:t>
            </a:r>
            <a:r>
              <a:rPr lang="en-US" dirty="0" smtClean="0"/>
              <a:t>logic, and designing the reports your system will generate.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smtClean="0"/>
              <a:t>Tools </a:t>
            </a:r>
          </a:p>
          <a:p>
            <a:pPr lvl="1" algn="just"/>
            <a:r>
              <a:rPr lang="en-US" dirty="0" smtClean="0"/>
              <a:t>are typically computer programs that make it easy to use and </a:t>
            </a:r>
            <a:r>
              <a:rPr lang="en-US" dirty="0" smtClean="0"/>
              <a:t>benefit from </a:t>
            </a:r>
            <a:r>
              <a:rPr lang="en-US" dirty="0" smtClean="0"/>
              <a:t>techniques and to faithfully follow the guidelines of the overall </a:t>
            </a:r>
            <a:r>
              <a:rPr lang="en-US" dirty="0" smtClean="0"/>
              <a:t>development methodology</a:t>
            </a:r>
            <a:r>
              <a:rPr lang="en-US" dirty="0" smtClean="0"/>
              <a:t>. </a:t>
            </a:r>
            <a:endParaRPr lang="en-US" dirty="0" smtClean="0"/>
          </a:p>
          <a:p>
            <a:pPr lvl="1" algn="just"/>
            <a:r>
              <a:rPr lang="en-US" dirty="0" smtClean="0"/>
              <a:t>To </a:t>
            </a:r>
            <a:r>
              <a:rPr lang="en-US" dirty="0" smtClean="0"/>
              <a:t>be effective, techniques and tools must both be consistent with </a:t>
            </a:r>
            <a:r>
              <a:rPr lang="en-US" dirty="0" smtClean="0"/>
              <a:t>an organization’s </a:t>
            </a:r>
            <a:r>
              <a:rPr lang="en-US" dirty="0" smtClean="0"/>
              <a:t>systems development methodology. </a:t>
            </a:r>
            <a:endParaRPr lang="en-US" dirty="0" smtClean="0"/>
          </a:p>
          <a:p>
            <a:pPr lvl="1" algn="just"/>
            <a:r>
              <a:rPr lang="en-US" dirty="0" smtClean="0"/>
              <a:t>Techniques </a:t>
            </a:r>
            <a:r>
              <a:rPr lang="en-US" dirty="0" smtClean="0"/>
              <a:t>and tools must </a:t>
            </a:r>
            <a:r>
              <a:rPr lang="en-US" dirty="0" smtClean="0"/>
              <a:t>make it </a:t>
            </a:r>
            <a:r>
              <a:rPr lang="en-US" dirty="0" smtClean="0"/>
              <a:t>easy for systems developers to conduct the steps called for in the methodology.</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620</Words>
  <Application>Microsoft Office PowerPoint</Application>
  <PresentationFormat>On-screen Show (4:3)</PresentationFormat>
  <Paragraphs>47</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System Analysis and Design</vt:lpstr>
      <vt:lpstr>Terminologies</vt:lpstr>
      <vt:lpstr>Terminologies</vt:lpstr>
      <vt:lpstr>Terminologies</vt:lpstr>
      <vt:lpstr>Terminologies</vt:lpstr>
      <vt:lpstr>Terminologies</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Analysis and Design</dc:title>
  <dc:creator>Election Commission</dc:creator>
  <cp:lastModifiedBy>Election Commission</cp:lastModifiedBy>
  <cp:revision>18</cp:revision>
  <dcterms:created xsi:type="dcterms:W3CDTF">2006-08-16T00:00:00Z</dcterms:created>
  <dcterms:modified xsi:type="dcterms:W3CDTF">2023-04-27T09:04:14Z</dcterms:modified>
</cp:coreProperties>
</file>